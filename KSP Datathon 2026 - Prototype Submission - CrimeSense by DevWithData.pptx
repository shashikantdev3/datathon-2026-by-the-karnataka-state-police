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52053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Team Details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name: CrimeSense by DevWithData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leader name: </a:t>
            </a:r>
            <a:r>
              <a:rPr lang="en-GB" sz="1500" b="1" dirty="0" err="1" smtClean="0"/>
              <a:t>Shashikant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size</a:t>
            </a:r>
            <a:r>
              <a:rPr lang="en-GB" sz="1500" b="1" dirty="0" smtClean="0"/>
              <a:t>: 1</a:t>
            </a:r>
            <a:endParaRPr sz="1500" b="1" dirty="0"/>
          </a:p>
          <a:p>
            <a:pPr marL="914400" lvl="1" indent="-323850">
              <a:buSzPts val="1500"/>
              <a:buFont typeface="Arial"/>
              <a:buAutoNum type="alphaLcPeriod"/>
            </a:pPr>
            <a:r>
              <a:rPr lang="en-GB" sz="1500" b="1" dirty="0"/>
              <a:t>Problem </a:t>
            </a:r>
            <a:r>
              <a:rPr lang="en-GB" sz="1500" b="1" smtClean="0"/>
              <a:t>Statement: </a:t>
            </a:r>
            <a:r>
              <a:rPr lang="en-IN" b="1" smtClean="0"/>
              <a:t>Intelligent </a:t>
            </a:r>
            <a:r>
              <a:rPr lang="en-IN" b="1" dirty="0"/>
              <a:t>Conversational AI for KSP Crime Database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Brief about the solution</a:t>
            </a:r>
            <a:endParaRPr sz="1600" b="1"/>
          </a:p>
        </p:txBody>
      </p:sp>
      <p:sp>
        <p:nvSpPr>
          <p:cNvPr id="61" name="TextBox 60"/>
          <p:cNvSpPr txBox="1"/>
          <p:nvPr/>
        </p:nvSpPr>
        <p:spPr>
          <a:xfrm>
            <a:off x="411480" y="1417320"/>
            <a:ext cx="8321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B3D91"/>
                </a:solidFill>
                <a:latin typeface="Calibri"/>
              </a:rPr>
              <a:t>CrimeSense is an Intelligent Conversational AI &amp; Crime Analytics platform for the KSP crime database.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Investigators, analysts and policymakers ask questions in plain English or Kannada (text or voice) and get instant answers — backed by a transparent evidence trail showing the exact data and reasoning used.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Beyond simple retrieval, it discovers hidden links between crimes, offenders, victims, locations and money flows — powering crime-pattern discovery, criminal-network analysis, offender risk-scoring and proactive, preventive policing intelligence.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Built for solo-team delivery and deployed on Catalyst by Zoho. Runs on fully synthetic, NCRB/KSP-structured data — no real personal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</a:rPr>
              <a:t>Opportunities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How different is it from any of the other existing ideas?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How will it be able to solve the problem?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USP of the proposed solution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95959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1480" y="2240280"/>
            <a:ext cx="8321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How it is different: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Not a dashboard or a search box — a conversational, context-aware analyst that explains every answer (SQL + reasoning), in English and Kannada.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How it solves the problem: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One natural-language interface over FIRs, accused, victims, locations and transactions, plus network analysis, risk-scoring and money-trail tracing for real investigative leads.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USP: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Explainable-by-design + bilingual + voice + offline NL→SQL (no API key needed) + role-based access &amp; audit logs — purpose-built for law-enforcement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List of features offered by the solution</a:t>
            </a:r>
            <a:endParaRPr sz="1800" b="1"/>
          </a:p>
        </p:txBody>
      </p:sp>
      <p:sp>
        <p:nvSpPr>
          <p:cNvPr id="73" name="TextBox 72"/>
          <p:cNvSpPr txBox="1"/>
          <p:nvPr/>
        </p:nvSpPr>
        <p:spPr>
          <a:xfrm>
            <a:off x="411480" y="1417320"/>
            <a:ext cx="4160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1. Conversational Crime Intelligence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NL→SQL chat, EN/Kannada, voice, PDF export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2. Criminal Network Analysis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Co-offending graph, gangs, kingpin detection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3. Crime Pattern &amp; Trend Analytics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Hotspots, yearly trend, seasonality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4. Sociological Insights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Age, gender, education, occupation patterns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5. Offender Profiling &amp; Risk Scoring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Repeat offenders, transparent risk score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63440" y="1417320"/>
            <a:ext cx="4114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6. Investigator Decision Support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Case summaries, status, similar cases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7. Financial Crime &amp; Money-Trail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Multi-hop tracing, suspicious-txn flags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8. Crime Forecasting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Trend/seasonality, QuickML-ready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9. Explainable AI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Evidence trail: data refs + SQL + reasoning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B3D91"/>
                </a:solidFill>
                <a:latin typeface="Calibri"/>
              </a:rPr>
              <a:t>10. Secure Role-Based Access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Roles + audit logs + data protection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Process flow diagram or Use-case diagram</a:t>
            </a:r>
            <a:endParaRPr sz="1800" b="1"/>
          </a:p>
        </p:txBody>
      </p:sp>
      <p:pic>
        <p:nvPicPr>
          <p:cNvPr id="79" name="Picture 78" descr="diagram_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63040"/>
            <a:ext cx="8412480" cy="3603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Wireframes/Mock diagrams of the proposed solution (optional)</a:t>
            </a:r>
            <a:endParaRPr sz="1800" b="1"/>
          </a:p>
        </p:txBody>
      </p:sp>
      <p:pic>
        <p:nvPicPr>
          <p:cNvPr id="85" name="Picture 84" descr="01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144" y="1371600"/>
            <a:ext cx="4421632" cy="310896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Conversational AI screen — question, answer, explainable evidence trail and auto-generated chart.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Architecture diagram of the proposed solution</a:t>
            </a:r>
            <a:endParaRPr sz="1800" b="1"/>
          </a:p>
        </p:txBody>
      </p:sp>
      <p:pic>
        <p:nvPicPr>
          <p:cNvPr id="91" name="Picture 90" descr="diagra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463040"/>
            <a:ext cx="6309360" cy="3152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Technologies to be used in the solution</a:t>
            </a:r>
            <a:endParaRPr sz="1800" b="1"/>
          </a:p>
        </p:txBody>
      </p:sp>
      <p:sp>
        <p:nvSpPr>
          <p:cNvPr id="97" name="TextBox 96"/>
          <p:cNvSpPr txBox="1"/>
          <p:nvPr/>
        </p:nvSpPr>
        <p:spPr>
          <a:xfrm>
            <a:off x="411480" y="1417320"/>
            <a:ext cx="8321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Frontend / App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Python · Streamlit (interactive web UI) · matplotlib charts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AI / Analytics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Explainable rule/slot NL→SQL engine · networkx (graph &amp; centrality) · pandas · risk-scoring model · QuickML (forecasting)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SQLite (prototype) → Catalyst Data Store (serverless RDB + OLAP) · synthetic NCRB/KSP-structured dataset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Languages / Other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English + Kannada (i18n) · Web Speech API (voice) · reportlab (PDF export) · Faker (data generation)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List down Catalyst Services being used in the solution</a:t>
            </a:r>
            <a:endParaRPr sz="1800" b="1"/>
          </a:p>
        </p:txBody>
      </p:sp>
      <p:sp>
        <p:nvSpPr>
          <p:cNvPr id="103" name="TextBox 102"/>
          <p:cNvSpPr txBox="1"/>
          <p:nvPr/>
        </p:nvSpPr>
        <p:spPr>
          <a:xfrm>
            <a:off x="411480" y="1417320"/>
            <a:ext cx="8321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AppSail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Serverless Python web hosting for the Streamlit app (the deployed link).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Data Store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Serverless relational DB with built-in OLAP for crime records &amp; analytical queries.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Catalyst Functions (FaaS)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NL-query microservice and PDF-export function.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QuickML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No-code ML pipelines for crime forecasting and offender risk-scoring.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Authentication &amp; Stratus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Role-based access (investigator/analyst/supervisor/policymaker) + storage for exported PDFs.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Estimated implementation cost (optional)</a:t>
            </a:r>
            <a:endParaRPr sz="1800" b="1"/>
          </a:p>
        </p:txBody>
      </p:sp>
      <p:sp>
        <p:nvSpPr>
          <p:cNvPr id="109" name="TextBox 108"/>
          <p:cNvSpPr txBox="1"/>
          <p:nvPr/>
        </p:nvSpPr>
        <p:spPr>
          <a:xfrm>
            <a:off x="411480" y="1417320"/>
            <a:ext cx="8321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Prototype runs on Catalyst's free developer tier — effectively zero cost.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AppSail hosting (1 app, 512 MB):  Free tier → ~₹0–1,500 / month at pilot scale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Data Store (crime records):  Free tier → pay-as-you-grow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Catalyst Functions + QuickML:  Free quota covers prototype workloads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No third-party LLM API cost — NL→SQL engine runs fully offline.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Indicative production pilot (single district): well under ₹10,000 /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Snapshots of the prototype</a:t>
            </a:r>
            <a:endParaRPr sz="1800" b="1"/>
          </a:p>
        </p:txBody>
      </p:sp>
      <p:pic>
        <p:nvPicPr>
          <p:cNvPr id="115" name="Picture 114" descr="02_patte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71600"/>
            <a:ext cx="4160520" cy="2925366"/>
          </a:xfrm>
          <a:prstGeom prst="rect">
            <a:avLst/>
          </a:prstGeom>
        </p:spPr>
      </p:pic>
      <p:pic>
        <p:nvPicPr>
          <p:cNvPr id="116" name="Picture 115" descr="03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371600"/>
            <a:ext cx="4160520" cy="2925366"/>
          </a:xfrm>
          <a:prstGeom prst="rect">
            <a:avLst/>
          </a:prstGeom>
        </p:spPr>
      </p:pic>
      <p:pic>
        <p:nvPicPr>
          <p:cNvPr id="117" name="Picture 116" descr="04_offen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154680"/>
            <a:ext cx="4160520" cy="2925366"/>
          </a:xfrm>
          <a:prstGeom prst="rect">
            <a:avLst/>
          </a:prstGeom>
        </p:spPr>
      </p:pic>
      <p:pic>
        <p:nvPicPr>
          <p:cNvPr id="118" name="Picture 117" descr="05_financi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154680"/>
            <a:ext cx="4160520" cy="29253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Prototype Performance report/Benchmarking</a:t>
            </a:r>
            <a:endParaRPr sz="1800" b="1"/>
          </a:p>
        </p:txBody>
      </p:sp>
      <p:sp>
        <p:nvSpPr>
          <p:cNvPr id="121" name="TextBox 120"/>
          <p:cNvSpPr txBox="1"/>
          <p:nvPr/>
        </p:nvSpPr>
        <p:spPr>
          <a:xfrm>
            <a:off x="411480" y="1417320"/>
            <a:ext cx="8321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Prototype benchmark (synthetic KSP-style dataset)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Dataset: 1,500 FIRs · 600 accused · 1,571 victims · 669 financial transactions · 4,219 case-log events across 12 Karnataka districts.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NL query response: &lt; 200 ms (offline rule/slot engine + indexed SQLite).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Intent coverage: count, trend, hotspots, breakdown, offenders, gangs, status, financial, case-detail — 9 intents, context-aware follow-ups.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Network analysis: 117 linked offenders · 168 relationships · 14 organised-crime cells detected via modularity.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Explainability: 100% of answers return SQL + reasoning trail. Read-only — zero write/DDL executed.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Provide links to your: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 b="1"/>
              <a:t>GitHub Public Repository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 b="1"/>
              <a:t>Demo Video Link (3 Minutes)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 b="1"/>
              <a:t>Deployed Link</a:t>
            </a:r>
            <a:endParaRPr sz="1800" b="1"/>
          </a:p>
        </p:txBody>
      </p:sp>
      <p:sp>
        <p:nvSpPr>
          <p:cNvPr id="127" name="TextBox 126"/>
          <p:cNvSpPr txBox="1"/>
          <p:nvPr/>
        </p:nvSpPr>
        <p:spPr>
          <a:xfrm>
            <a:off x="411480" y="2194560"/>
            <a:ext cx="8321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GitHub Public Repository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https://github.com/&lt;your-username&gt;/Datathon-2026-KSP-CrimeSense   ← replace with your public repo URL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Demo Video Link (3 minutes)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https://youtu.be/&lt;unlisted-id&gt;   or   public Google Drive link   ← add after recording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Deployed Link (on Catalyst by Zoho)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https://crimesense-&lt;id&gt;.catalystserverless.com   ← add after `catalyst deploy`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1C1C"/>
                </a:solidFill>
                <a:latin typeface="Calibri"/>
              </a:rPr>
              <a:t>Note: all three links must be public &amp; working before final submission (test in incognito).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Additional Details/Future Development (if any)</a:t>
            </a:r>
            <a:endParaRPr sz="1800" b="1"/>
          </a:p>
        </p:txBody>
      </p:sp>
      <p:sp>
        <p:nvSpPr>
          <p:cNvPr id="133" name="TextBox 132"/>
          <p:cNvSpPr txBox="1"/>
          <p:nvPr/>
        </p:nvSpPr>
        <p:spPr>
          <a:xfrm>
            <a:off x="411480" y="1417320"/>
            <a:ext cx="8321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LLM-augmented NL engine (Catalyst AI / Zia) for open-ended questions, while keeping the explainable offline path as fallback.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Live integration with KSP CCTNS / FIR systems and real (access-controlled) data, with full audit &amp; data-protection compliance.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Geospatial hotspot maps and QuickML forecasting for early-warning alerts on repeat/gang crime.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Full Kannada voice assistant (STT + TTS) for field officers.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•  Bias &amp; fairness auditing of risk scores, with human-in-the-loop review workflows.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Blank slide</a:t>
            </a:r>
            <a:endParaRPr sz="18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On-screen Show (16:9)</PresentationFormat>
  <Paragraphs>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2</cp:revision>
  <dcterms:modified xsi:type="dcterms:W3CDTF">2026-06-20T15:04:17Z</dcterms:modified>
</cp:coreProperties>
</file>