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5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52053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/>
              <a:t>Team Details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GB" sz="1500" b="1" dirty="0"/>
              <a:t>Team name: </a:t>
            </a:r>
            <a:endParaRPr sz="1500"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GB" sz="1500" b="1" dirty="0"/>
              <a:t>Team leader name: </a:t>
            </a:r>
            <a:r>
              <a:rPr lang="en-GB" sz="1500" b="1" dirty="0" err="1" smtClean="0"/>
              <a:t>Shashikant</a:t>
            </a:r>
            <a:endParaRPr sz="1500"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GB" sz="1500" b="1" dirty="0"/>
              <a:t>Team size</a:t>
            </a:r>
            <a:r>
              <a:rPr lang="en-GB" sz="1500" b="1" dirty="0" smtClean="0"/>
              <a:t>: 1</a:t>
            </a:r>
            <a:endParaRPr sz="1500" b="1" dirty="0"/>
          </a:p>
          <a:p>
            <a:pPr marL="914400" lvl="1" indent="-323850">
              <a:buSzPts val="1500"/>
              <a:buFont typeface="Arial"/>
              <a:buAutoNum type="alphaLcPeriod"/>
            </a:pPr>
            <a:r>
              <a:rPr lang="en-GB" sz="1500" b="1" dirty="0"/>
              <a:t>Problem </a:t>
            </a:r>
            <a:r>
              <a:rPr lang="en-GB" sz="1500" b="1" smtClean="0"/>
              <a:t>Statement: </a:t>
            </a:r>
            <a:r>
              <a:rPr lang="en-IN" b="1" smtClean="0"/>
              <a:t>Intelligent </a:t>
            </a:r>
            <a:r>
              <a:rPr lang="en-IN" b="1" dirty="0"/>
              <a:t>Conversational AI for KSP Crime Database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/>
              <a:t>Brief about the solution</a:t>
            </a:r>
            <a:endParaRPr sz="16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000000"/>
                </a:solidFill>
              </a:rPr>
              <a:t>Opportunities</a:t>
            </a:r>
            <a:endParaRPr sz="1600" b="1">
              <a:solidFill>
                <a:srgbClr val="000000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lang="en-GB" sz="1600" b="1">
                <a:solidFill>
                  <a:srgbClr val="000000"/>
                </a:solidFill>
              </a:rPr>
              <a:t>How different is it from any of the other existing ideas?</a:t>
            </a:r>
            <a:endParaRPr sz="1600" b="1">
              <a:solidFill>
                <a:srgbClr val="000000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lang="en-GB" sz="1600" b="1">
                <a:solidFill>
                  <a:srgbClr val="000000"/>
                </a:solidFill>
              </a:rPr>
              <a:t>How will it be able to solve the problem?</a:t>
            </a:r>
            <a:endParaRPr sz="1600" b="1">
              <a:solidFill>
                <a:srgbClr val="000000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lang="en-GB" sz="1600" b="1">
                <a:solidFill>
                  <a:srgbClr val="000000"/>
                </a:solidFill>
              </a:rPr>
              <a:t>USP of the proposed solution</a:t>
            </a:r>
            <a:endParaRPr sz="16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List of features offered by the solution</a:t>
            </a:r>
            <a:endParaRPr sz="18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Process flow diagram or Use-case diagram</a:t>
            </a:r>
            <a:endParaRPr sz="18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Wireframes/Mock diagrams of the proposed solution (optional)</a:t>
            </a:r>
            <a:endParaRPr sz="18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Architecture diagram of the proposed solution</a:t>
            </a:r>
            <a:endParaRPr sz="18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Technologies to be used in the solution</a:t>
            </a:r>
            <a:endParaRPr sz="18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List down Catalyst Services being used in the solution</a:t>
            </a:r>
            <a:endParaRPr sz="18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Estimated implementation cost (optional)</a:t>
            </a:r>
            <a:endParaRPr sz="18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Snapshots of the prototype</a:t>
            </a:r>
            <a:endParaRPr sz="18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Prototype Performance report/Benchmarking</a:t>
            </a:r>
            <a:endParaRPr sz="18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Provide links to your: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 b="1"/>
              <a:t>GitHub Public Repository</a:t>
            </a:r>
            <a:endParaRPr sz="1800"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 b="1"/>
              <a:t>Demo Video Link (3 Minutes)</a:t>
            </a:r>
            <a:endParaRPr sz="1800"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 b="1"/>
              <a:t>Deployed Link</a:t>
            </a:r>
            <a:endParaRPr sz="18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Additional Details/Future Development (if any)</a:t>
            </a:r>
            <a:endParaRPr sz="18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Blank slide</a:t>
            </a:r>
            <a:endParaRPr sz="18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Office PowerPoint</Application>
  <PresentationFormat>On-screen Show (16:9)</PresentationFormat>
  <Paragraphs>27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2</cp:revision>
  <dcterms:modified xsi:type="dcterms:W3CDTF">2026-06-20T15:04:17Z</dcterms:modified>
</cp:coreProperties>
</file>